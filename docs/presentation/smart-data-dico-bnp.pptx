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371600" cy="1371600"/>
          </a:xfrm>
          <a:prstGeom prst="star4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194560"/>
            <a:ext cx="731520" cy="731520"/>
          </a:xfrm>
          <a:prstGeom prst="star4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3749040"/>
            <a:ext cx="548640" cy="548640"/>
          </a:xfrm>
          <a:prstGeom prst="star4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4572000"/>
            <a:ext cx="1005840" cy="1005840"/>
          </a:xfrm>
          <a:prstGeom prst="star4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828800"/>
            <a:ext cx="411480" cy="411480"/>
          </a:xfrm>
          <a:prstGeom prst="star4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E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 &amp; GOVERNANCE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 Dictionary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AF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whole system — capture the data model, the use cases, and the processes behind it, in one living, shared, governed model.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60604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029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BNP Paribas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into complex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&amp; 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systems lose their shared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60236" y="1828800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SMART DATA DICTIONARY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5147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scattered across services, schemas, slides &amp; people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 — diagrams drift from reality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see how data, rules &amp; lifecycles connect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impact analysis are manual and slow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60236" y="2286000"/>
            <a:ext cx="495147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living model of the whole landscape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 in git — auditable, reviewable, shareable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business rules and processes captured together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&amp; impact at a glance, for every stakeholder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48756" y="1828800"/>
            <a:ext cx="54864" cy="3566160"/>
          </a:xfrm>
          <a:prstGeom prst="rect">
            <a:avLst/>
          </a:prstGeom>
          <a:solidFill>
            <a:srgbClr val="E3EEE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E3E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 Dictionary</a:t>
            </a:r>
            <a:pPr algn="l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Prepared for BNP Paribas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4011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THREE CONNECTED FACETS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full picture of a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tools stop at boxes and lines. Smart Data Dictionary models what the data is, how the business uses it, and how it behaves over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300984" cy="3383280"/>
          </a:xfrm>
          <a:prstGeom prst="roundRect">
            <a:avLst>
              <a:gd name="adj" fmla="val 3324"/>
            </a:avLst>
          </a:prstGeom>
          <a:solidFill>
            <a:srgbClr val="F4F9F6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73152" cy="3383280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965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490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Packages, entities &amp; typed attributes with validation, relationships, DB-enforced constraints and reusable derived types.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502920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Relationships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Validation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Constraints 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43984" y="2331720"/>
            <a:ext cx="3300984" cy="3383280"/>
          </a:xfrm>
          <a:prstGeom prst="roundRect">
            <a:avLst>
              <a:gd name="adj" fmla="val 3324"/>
            </a:avLst>
          </a:prstGeom>
          <a:solidFill>
            <a:srgbClr val="F4F9F6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3984" y="2331720"/>
            <a:ext cx="73152" cy="3383280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8304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965E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18304" y="329184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views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18304" y="37490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"cases" and perspectives resolve a focused sub-model from any starting point — the view each audience needs.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18304" y="502920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Cases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Perspectives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Business rules  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0728" y="2331720"/>
            <a:ext cx="3300984" cy="3383280"/>
          </a:xfrm>
          <a:prstGeom prst="roundRect">
            <a:avLst>
              <a:gd name="adj" fmla="val 3324"/>
            </a:avLst>
          </a:prstGeom>
          <a:solidFill>
            <a:srgbClr val="F4F9F6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0728" y="2331720"/>
            <a:ext cx="73152" cy="3383280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5048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965E"/>
          </a:solidFill>
          <a:ln/>
        </p:spPr>
      </p:sp>
      <p:sp>
        <p:nvSpPr>
          <p:cNvPr id="22" name="Text 20"/>
          <p:cNvSpPr/>
          <p:nvPr/>
        </p:nvSpPr>
        <p:spPr>
          <a:xfrm>
            <a:off x="8385048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⮎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5048" y="329184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state machines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85048" y="37490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 entity's lifecycle — states, transitions, guards and the actions/events fired along the way. Behaviour, not just structure.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85048" y="502920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State machines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Transitions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07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Actions  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E3E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 Dictionary</a:t>
            </a:r>
            <a:pPr algn="l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Prepared for BNP Paribas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4011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PLATFORM, NOT A DRAWING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governance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1031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entities &amp; relationships as a live graph, by package or across the whole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82880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4776" y="21031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11" name="Text 9"/>
          <p:cNvSpPr/>
          <p:nvPr/>
        </p:nvSpPr>
        <p:spPr>
          <a:xfrm>
            <a:off x="4684776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05984" y="206654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versioning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05984" y="248716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tracked, diffed, reviewed and published — full history, no database.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0248" y="182880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6280" y="21031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628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57488" y="206654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integrity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57488" y="248716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constraints and business rules in one pane; documentation scoring.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93192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42062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16966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59028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JSON Schema for code-gen; capture physical constraints from SQL DDL / live DBs.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8744" y="393192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4776" y="42062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26" name="Text 24"/>
          <p:cNvSpPr/>
          <p:nvPr/>
        </p:nvSpPr>
        <p:spPr>
          <a:xfrm>
            <a:off x="4684776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05984" y="416966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05984" y="459028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chat grounded in your model — author, search and explain, with MCP tools.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0248" y="3931920"/>
            <a:ext cx="33314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6280" y="42062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2F3E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628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57488" y="4169664"/>
            <a:ext cx="2325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validation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57488" y="4590288"/>
            <a:ext cx="2371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… --validate catches model errors before they ever reach the app.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E3E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 Dictionary</a:t>
            </a:r>
            <a:pPr algn="l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Prepared for BNP Paribas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4011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to run, ready to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009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10312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STORE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9848" y="246888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&amp; git-native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2971800"/>
            <a:ext cx="2752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lives as YAML/JSON in a project folder, versioned with git. No database to operate.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3984" y="1828800"/>
            <a:ext cx="33009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210312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RUN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36592" y="246888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or server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36592" y="2971800"/>
            <a:ext cx="2752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 desktop, or a shared multi-user server with roles (admin / editor / viewer).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0728" y="1828800"/>
            <a:ext cx="33009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210312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9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GOVERN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03336" y="2468880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publish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03336" y="2971800"/>
            <a:ext cx="2752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review → approve workflows, quality &amp; integrity gates, impact analysis.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10634472" cy="1143000"/>
          </a:xfrm>
          <a:prstGeom prst="roundRect">
            <a:avLst>
              <a:gd name="adj" fmla="val 11200"/>
            </a:avLst>
          </a:prstGeom>
          <a:solidFill>
            <a:srgbClr val="00965E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526280"/>
            <a:ext cx="9720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one command   </a:t>
            </a:r>
            <a:pPr indent="0" marL="0">
              <a:buNone/>
            </a:pPr>
            <a:r>
              <a:rPr lang="en-US" sz="160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@hamak/smart-data-dico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visibility, governance and shared understanding to BNP Paribas’s complex systems.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E3E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 Dictionary</a:t>
            </a:r>
            <a:pPr algn="l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Prepared for BNP Paribas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40112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Data Dictionary — for BNP Paribas</dc:title>
  <dc:subject>PptxGenJS Presentation</dc:subject>
  <dc:creator>Smart Data Dictionary</dc:creator>
  <cp:lastModifiedBy>Smart Data Dictionary</cp:lastModifiedBy>
  <cp:revision>1</cp:revision>
  <dcterms:created xsi:type="dcterms:W3CDTF">2026-06-05T10:09:47Z</dcterms:created>
  <dcterms:modified xsi:type="dcterms:W3CDTF">2026-06-05T10:09:47Z</dcterms:modified>
</cp:coreProperties>
</file>